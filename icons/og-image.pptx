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0972800" cy="57610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A03A"/>
    <a:srgbClr val="E3CA13"/>
    <a:srgbClr val="667EEA"/>
    <a:srgbClr val="764B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8" autoAdjust="0"/>
    <p:restoredTop sz="94660"/>
  </p:normalViewPr>
  <p:slideViewPr>
    <p:cSldViewPr snapToGrid="0">
      <p:cViewPr>
        <p:scale>
          <a:sx n="100" d="100"/>
          <a:sy n="100" d="100"/>
        </p:scale>
        <p:origin x="69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n Lewis" userId="ebcc353d76edc476" providerId="LiveId" clId="{1A15B1A3-E030-4A8F-923E-70AB8BA6948A}"/>
    <pc:docChg chg="undo custSel addSld modSld">
      <pc:chgData name="Ron Lewis" userId="ebcc353d76edc476" providerId="LiveId" clId="{1A15B1A3-E030-4A8F-923E-70AB8BA6948A}" dt="2025-11-18T03:01:05.471" v="64" actId="692"/>
      <pc:docMkLst>
        <pc:docMk/>
      </pc:docMkLst>
      <pc:sldChg chg="addSp delSp modSp add mod">
        <pc:chgData name="Ron Lewis" userId="ebcc353d76edc476" providerId="LiveId" clId="{1A15B1A3-E030-4A8F-923E-70AB8BA6948A}" dt="2025-11-18T03:01:05.471" v="64" actId="692"/>
        <pc:sldMkLst>
          <pc:docMk/>
          <pc:sldMk cId="667496056" sldId="257"/>
        </pc:sldMkLst>
        <pc:spChg chg="add del">
          <ac:chgData name="Ron Lewis" userId="ebcc353d76edc476" providerId="LiveId" clId="{1A15B1A3-E030-4A8F-923E-70AB8BA6948A}" dt="2025-11-18T02:53:27.510" v="2" actId="11529"/>
          <ac:spMkLst>
            <pc:docMk/>
            <pc:sldMk cId="667496056" sldId="257"/>
            <ac:spMk id="3" creationId="{07953A4B-1E9B-B0BE-92CC-C6764BF00E01}"/>
          </ac:spMkLst>
        </pc:spChg>
        <pc:spChg chg="add del">
          <ac:chgData name="Ron Lewis" userId="ebcc353d76edc476" providerId="LiveId" clId="{1A15B1A3-E030-4A8F-923E-70AB8BA6948A}" dt="2025-11-18T02:54:15.967" v="4" actId="11529"/>
          <ac:spMkLst>
            <pc:docMk/>
            <pc:sldMk cId="667496056" sldId="257"/>
            <ac:spMk id="11" creationId="{FCE47B51-9C54-FE89-DAE4-B91D8508E40A}"/>
          </ac:spMkLst>
        </pc:spChg>
        <pc:spChg chg="add mod">
          <ac:chgData name="Ron Lewis" userId="ebcc353d76edc476" providerId="LiveId" clId="{1A15B1A3-E030-4A8F-923E-70AB8BA6948A}" dt="2025-11-18T03:01:05.471" v="64" actId="692"/>
          <ac:spMkLst>
            <pc:docMk/>
            <pc:sldMk cId="667496056" sldId="257"/>
            <ac:spMk id="12" creationId="{749CE89B-DB2F-2B10-9682-1ACADD3A54CF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942837"/>
            <a:ext cx="8229600" cy="2005695"/>
          </a:xfrm>
        </p:spPr>
        <p:txBody>
          <a:bodyPr anchor="b"/>
          <a:lstStyle>
            <a:lvl1pPr algn="ctr"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025879"/>
            <a:ext cx="8229600" cy="1390917"/>
          </a:xfrm>
        </p:spPr>
        <p:txBody>
          <a:bodyPr/>
          <a:lstStyle>
            <a:lvl1pPr marL="0" indent="0" algn="ctr">
              <a:buNone/>
              <a:defRPr sz="2016"/>
            </a:lvl1pPr>
            <a:lvl2pPr marL="384048" indent="0" algn="ctr">
              <a:buNone/>
              <a:defRPr sz="1680"/>
            </a:lvl2pPr>
            <a:lvl3pPr marL="768096" indent="0" algn="ctr">
              <a:buNone/>
              <a:defRPr sz="1512"/>
            </a:lvl3pPr>
            <a:lvl4pPr marL="1152144" indent="0" algn="ctr">
              <a:buNone/>
              <a:defRPr sz="1344"/>
            </a:lvl4pPr>
            <a:lvl5pPr marL="1536192" indent="0" algn="ctr">
              <a:buNone/>
              <a:defRPr sz="1344"/>
            </a:lvl5pPr>
            <a:lvl6pPr marL="1920240" indent="0" algn="ctr">
              <a:buNone/>
              <a:defRPr sz="1344"/>
            </a:lvl6pPr>
            <a:lvl7pPr marL="2304288" indent="0" algn="ctr">
              <a:buNone/>
              <a:defRPr sz="1344"/>
            </a:lvl7pPr>
            <a:lvl8pPr marL="2688336" indent="0" algn="ctr">
              <a:buNone/>
              <a:defRPr sz="1344"/>
            </a:lvl8pPr>
            <a:lvl9pPr marL="3072384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04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65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436260"/>
            <a:ext cx="9464040" cy="2396431"/>
          </a:xfrm>
        </p:spPr>
        <p:txBody>
          <a:bodyPr anchor="b"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3855362"/>
            <a:ext cx="9464040" cy="1260227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404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8096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2144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619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2024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4288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833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2384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717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533609"/>
            <a:ext cx="466344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533609"/>
            <a:ext cx="4663440" cy="36553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228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06723"/>
            <a:ext cx="9464040" cy="11135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412255"/>
            <a:ext cx="4642008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104379"/>
            <a:ext cx="4642008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412255"/>
            <a:ext cx="4664869" cy="69212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4048" indent="0">
              <a:buNone/>
              <a:defRPr sz="1680" b="1"/>
            </a:lvl2pPr>
            <a:lvl3pPr marL="768096" indent="0">
              <a:buNone/>
              <a:defRPr sz="1512" b="1"/>
            </a:lvl3pPr>
            <a:lvl4pPr marL="1152144" indent="0">
              <a:buNone/>
              <a:defRPr sz="1344" b="1"/>
            </a:lvl4pPr>
            <a:lvl5pPr marL="1536192" indent="0">
              <a:buNone/>
              <a:defRPr sz="1344" b="1"/>
            </a:lvl5pPr>
            <a:lvl6pPr marL="1920240" indent="0">
              <a:buNone/>
              <a:defRPr sz="1344" b="1"/>
            </a:lvl6pPr>
            <a:lvl7pPr marL="2304288" indent="0">
              <a:buNone/>
              <a:defRPr sz="1344" b="1"/>
            </a:lvl7pPr>
            <a:lvl8pPr marL="2688336" indent="0">
              <a:buNone/>
              <a:defRPr sz="1344" b="1"/>
            </a:lvl8pPr>
            <a:lvl9pPr marL="3072384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104379"/>
            <a:ext cx="4664869" cy="3095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552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320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7442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384069"/>
            <a:ext cx="3539013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829483"/>
            <a:ext cx="5554980" cy="4094071"/>
          </a:xfrm>
        </p:spPr>
        <p:txBody>
          <a:bodyPr/>
          <a:lstStyle>
            <a:lvl1pPr>
              <a:defRPr sz="2688"/>
            </a:lvl1pPr>
            <a:lvl2pPr>
              <a:defRPr sz="2352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728311"/>
            <a:ext cx="3539013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5556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384069"/>
            <a:ext cx="3539013" cy="1344242"/>
          </a:xfrm>
        </p:spPr>
        <p:txBody>
          <a:bodyPr anchor="b"/>
          <a:lstStyle>
            <a:lvl1pPr>
              <a:defRPr sz="268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829483"/>
            <a:ext cx="5554980" cy="4094071"/>
          </a:xfrm>
        </p:spPr>
        <p:txBody>
          <a:bodyPr anchor="t"/>
          <a:lstStyle>
            <a:lvl1pPr marL="0" indent="0">
              <a:buNone/>
              <a:defRPr sz="2688"/>
            </a:lvl1pPr>
            <a:lvl2pPr marL="384048" indent="0">
              <a:buNone/>
              <a:defRPr sz="2352"/>
            </a:lvl2pPr>
            <a:lvl3pPr marL="768096" indent="0">
              <a:buNone/>
              <a:defRPr sz="2016"/>
            </a:lvl3pPr>
            <a:lvl4pPr marL="1152144" indent="0">
              <a:buNone/>
              <a:defRPr sz="1680"/>
            </a:lvl4pPr>
            <a:lvl5pPr marL="1536192" indent="0">
              <a:buNone/>
              <a:defRPr sz="1680"/>
            </a:lvl5pPr>
            <a:lvl6pPr marL="1920240" indent="0">
              <a:buNone/>
              <a:defRPr sz="1680"/>
            </a:lvl6pPr>
            <a:lvl7pPr marL="2304288" indent="0">
              <a:buNone/>
              <a:defRPr sz="1680"/>
            </a:lvl7pPr>
            <a:lvl8pPr marL="2688336" indent="0">
              <a:buNone/>
              <a:defRPr sz="1680"/>
            </a:lvl8pPr>
            <a:lvl9pPr marL="3072384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1728311"/>
            <a:ext cx="3539013" cy="3201911"/>
          </a:xfrm>
        </p:spPr>
        <p:txBody>
          <a:bodyPr/>
          <a:lstStyle>
            <a:lvl1pPr marL="0" indent="0">
              <a:buNone/>
              <a:defRPr sz="1344"/>
            </a:lvl1pPr>
            <a:lvl2pPr marL="384048" indent="0">
              <a:buNone/>
              <a:defRPr sz="1176"/>
            </a:lvl2pPr>
            <a:lvl3pPr marL="768096" indent="0">
              <a:buNone/>
              <a:defRPr sz="1008"/>
            </a:lvl3pPr>
            <a:lvl4pPr marL="1152144" indent="0">
              <a:buNone/>
              <a:defRPr sz="840"/>
            </a:lvl4pPr>
            <a:lvl5pPr marL="1536192" indent="0">
              <a:buNone/>
              <a:defRPr sz="840"/>
            </a:lvl5pPr>
            <a:lvl6pPr marL="1920240" indent="0">
              <a:buNone/>
              <a:defRPr sz="840"/>
            </a:lvl6pPr>
            <a:lvl7pPr marL="2304288" indent="0">
              <a:buNone/>
              <a:defRPr sz="840"/>
            </a:lvl7pPr>
            <a:lvl8pPr marL="2688336" indent="0">
              <a:buNone/>
              <a:defRPr sz="840"/>
            </a:lvl8pPr>
            <a:lvl9pPr marL="3072384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4574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815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06722"/>
            <a:ext cx="2366010" cy="488221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06722"/>
            <a:ext cx="6960870" cy="488221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9355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06723"/>
            <a:ext cx="9464040" cy="11135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533609"/>
            <a:ext cx="9464040" cy="365532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5339629"/>
            <a:ext cx="246888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8534F-26AD-4CD3-9404-BB459B8723CB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5339629"/>
            <a:ext cx="370332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5339629"/>
            <a:ext cx="2468880" cy="30672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4FBEF-9863-4AB4-8781-73F246A95F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681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8096" rtl="0" eaLnBrk="1" latinLnBrk="0" hangingPunct="1">
        <a:lnSpc>
          <a:spcPct val="90000"/>
        </a:lnSpc>
        <a:spcBef>
          <a:spcPct val="0"/>
        </a:spcBef>
        <a:buNone/>
        <a:defRPr sz="369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2024" indent="-192024" algn="l" defTabSz="768096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2" kern="1200">
          <a:solidFill>
            <a:schemeClr val="tx1"/>
          </a:solidFill>
          <a:latin typeface="+mn-lt"/>
          <a:ea typeface="+mn-ea"/>
          <a:cs typeface="+mn-cs"/>
        </a:defRPr>
      </a:lvl1pPr>
      <a:lvl2pPr marL="57607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416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8216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2264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6312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4408" indent="-192024" algn="l" defTabSz="768096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809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214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6192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20240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4288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8336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2384" algn="l" defTabSz="768096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71F28-3BF6-C8A4-8800-2933C7B66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4851" y="1595276"/>
            <a:ext cx="6302828" cy="1095239"/>
          </a:xfrm>
        </p:spPr>
        <p:txBody>
          <a:bodyPr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/>
          <a:p>
            <a:r>
              <a:rPr lang="en-US" sz="10000" b="1" dirty="0">
                <a:solidFill>
                  <a:srgbClr val="764BA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Wrangler</a:t>
            </a:r>
            <a:r>
              <a:rPr lang="en-US" sz="10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™</a:t>
            </a:r>
            <a:endParaRPr lang="en-US" sz="10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C7C9A58-6987-5B97-84C7-778FBEF4C5BF}"/>
              </a:ext>
            </a:extLst>
          </p:cNvPr>
          <p:cNvSpPr txBox="1">
            <a:spLocks/>
          </p:cNvSpPr>
          <p:nvPr/>
        </p:nvSpPr>
        <p:spPr>
          <a:xfrm rot="20964439">
            <a:off x="485108" y="1757074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R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D28B67C-A29C-3F13-4547-EE52FEB4E8F3}"/>
              </a:ext>
            </a:extLst>
          </p:cNvPr>
          <p:cNvSpPr txBox="1">
            <a:spLocks/>
          </p:cNvSpPr>
          <p:nvPr/>
        </p:nvSpPr>
        <p:spPr>
          <a:xfrm>
            <a:off x="1117116" y="1740624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e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98A38A-C54E-C9F1-4B42-236515381D83}"/>
              </a:ext>
            </a:extLst>
          </p:cNvPr>
          <p:cNvSpPr txBox="1">
            <a:spLocks/>
          </p:cNvSpPr>
          <p:nvPr/>
        </p:nvSpPr>
        <p:spPr>
          <a:xfrm>
            <a:off x="1800364" y="1464753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a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D8B939-FDD0-30F4-C89D-E31E65AB59EA}"/>
              </a:ext>
            </a:extLst>
          </p:cNvPr>
          <p:cNvSpPr txBox="1">
            <a:spLocks/>
          </p:cNvSpPr>
          <p:nvPr/>
        </p:nvSpPr>
        <p:spPr>
          <a:xfrm rot="20635349">
            <a:off x="2601555" y="1693598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d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360D9A1E-E2F4-7573-ECB7-5E20ACEE85FE}"/>
              </a:ext>
            </a:extLst>
          </p:cNvPr>
          <p:cNvSpPr txBox="1">
            <a:spLocks/>
          </p:cNvSpPr>
          <p:nvPr/>
        </p:nvSpPr>
        <p:spPr>
          <a:xfrm>
            <a:off x="3279355" y="1693598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e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96EAB12-7D96-EB94-EF5B-39AD79083EFB}"/>
              </a:ext>
            </a:extLst>
          </p:cNvPr>
          <p:cNvSpPr txBox="1">
            <a:spLocks/>
          </p:cNvSpPr>
          <p:nvPr/>
        </p:nvSpPr>
        <p:spPr>
          <a:xfrm rot="384465">
            <a:off x="3792632" y="1718076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r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FDB7A9A-819A-C38E-F259-6B0064B58910}"/>
              </a:ext>
            </a:extLst>
          </p:cNvPr>
          <p:cNvSpPr txBox="1">
            <a:spLocks/>
          </p:cNvSpPr>
          <p:nvPr/>
        </p:nvSpPr>
        <p:spPr>
          <a:xfrm>
            <a:off x="514350" y="3535887"/>
            <a:ext cx="9715500" cy="5569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Arial Black" panose="020B0A04020102020204" pitchFamily="34" charset="0"/>
              </a:rPr>
              <a:t>Your books, your order</a:t>
            </a:r>
          </a:p>
        </p:txBody>
      </p:sp>
    </p:spTree>
    <p:extLst>
      <p:ext uri="{BB962C8B-B14F-4D97-AF65-F5344CB8AC3E}">
        <p14:creationId xmlns:p14="http://schemas.microsoft.com/office/powerpoint/2010/main" val="238640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6EB4A-71F2-7A8D-FA08-87CF8EB53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C730-7157-AC32-94C8-458B6FFEE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14851" y="1595276"/>
            <a:ext cx="6302828" cy="1095239"/>
          </a:xfrm>
        </p:spPr>
        <p:txBody>
          <a:bodyPr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/>
          <a:p>
            <a:r>
              <a:rPr lang="en-US" sz="10000" b="1" dirty="0">
                <a:solidFill>
                  <a:srgbClr val="764BA2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Wrangler</a:t>
            </a:r>
            <a:r>
              <a:rPr lang="en-US" sz="10000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™</a:t>
            </a:r>
            <a:endParaRPr lang="en-US" sz="100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FFF3253-F088-F0F2-8AE6-49B7EAA32FCB}"/>
              </a:ext>
            </a:extLst>
          </p:cNvPr>
          <p:cNvSpPr txBox="1">
            <a:spLocks/>
          </p:cNvSpPr>
          <p:nvPr/>
        </p:nvSpPr>
        <p:spPr>
          <a:xfrm rot="20964439">
            <a:off x="485108" y="1757074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R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D1771A6-FC5F-29B9-2F57-AE159A949D61}"/>
              </a:ext>
            </a:extLst>
          </p:cNvPr>
          <p:cNvSpPr txBox="1">
            <a:spLocks/>
          </p:cNvSpPr>
          <p:nvPr/>
        </p:nvSpPr>
        <p:spPr>
          <a:xfrm>
            <a:off x="1117116" y="1740624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e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2FFE7F4B-0E0C-4A64-318C-E0D56D5AC453}"/>
              </a:ext>
            </a:extLst>
          </p:cNvPr>
          <p:cNvSpPr txBox="1">
            <a:spLocks/>
          </p:cNvSpPr>
          <p:nvPr/>
        </p:nvSpPr>
        <p:spPr>
          <a:xfrm>
            <a:off x="1800364" y="1464753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a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18402E-A6A9-7662-28BA-4DCD392D3A8F}"/>
              </a:ext>
            </a:extLst>
          </p:cNvPr>
          <p:cNvSpPr txBox="1">
            <a:spLocks/>
          </p:cNvSpPr>
          <p:nvPr/>
        </p:nvSpPr>
        <p:spPr>
          <a:xfrm rot="20635349">
            <a:off x="2601555" y="1693598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d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3EE5069-DDEE-EBC3-2006-14C8F5C84008}"/>
              </a:ext>
            </a:extLst>
          </p:cNvPr>
          <p:cNvSpPr txBox="1">
            <a:spLocks/>
          </p:cNvSpPr>
          <p:nvPr/>
        </p:nvSpPr>
        <p:spPr>
          <a:xfrm>
            <a:off x="3279355" y="1693598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e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CCAB6701-7EAA-68D7-D3FC-CD3546C966DC}"/>
              </a:ext>
            </a:extLst>
          </p:cNvPr>
          <p:cNvSpPr txBox="1">
            <a:spLocks/>
          </p:cNvSpPr>
          <p:nvPr/>
        </p:nvSpPr>
        <p:spPr>
          <a:xfrm rot="384465">
            <a:off x="3792632" y="1718076"/>
            <a:ext cx="779773" cy="9618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freezing" dir="t">
                <a:rot lat="0" lon="0" rev="19800000"/>
              </a:lightRig>
            </a:scene3d>
            <a:sp3d extrusionH="57150" prstMaterial="metal">
              <a:bevelT w="127000" h="63500" prst="angle"/>
              <a:bevelB w="127000" h="127000" prst="angle"/>
            </a:sp3d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0000" b="1" dirty="0">
                <a:gradFill flip="none" rotWithShape="1">
                  <a:gsLst>
                    <a:gs pos="0">
                      <a:srgbClr val="667EEA"/>
                    </a:gs>
                    <a:gs pos="100000">
                      <a:srgbClr val="764BA2"/>
                    </a:gs>
                  </a:gsLst>
                  <a:lin ang="0" scaled="1"/>
                  <a:tileRect/>
                </a:gra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  <a:reflection blurRad="6350" stA="55000" endA="300" endPos="45500" dir="5400000" sy="-100000" algn="bl" rotWithShape="0"/>
                </a:effectLst>
                <a:latin typeface="Impact" panose="020B0806030902050204" pitchFamily="34" charset="0"/>
              </a:rPr>
              <a:t>r</a:t>
            </a:r>
            <a:endParaRPr lang="en-US" sz="10000" dirty="0">
              <a:gradFill flip="none" rotWithShape="1">
                <a:gsLst>
                  <a:gs pos="0">
                    <a:srgbClr val="667EEA"/>
                  </a:gs>
                  <a:gs pos="100000">
                    <a:srgbClr val="764BA2"/>
                  </a:gs>
                </a:gsLst>
                <a:lin ang="0" scaled="1"/>
                <a:tileRect/>
              </a:gra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  <a:reflection blurRad="6350" stA="55000" endA="300" endPos="45500" dir="5400000" sy="-100000" algn="bl" rotWithShape="0"/>
              </a:effectLst>
              <a:latin typeface="Impact" panose="020B0806030902050204" pitchFamily="34" charset="0"/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19B0801-50C8-220C-8503-4AC2C36D6B2B}"/>
              </a:ext>
            </a:extLst>
          </p:cNvPr>
          <p:cNvSpPr txBox="1">
            <a:spLocks/>
          </p:cNvSpPr>
          <p:nvPr/>
        </p:nvSpPr>
        <p:spPr>
          <a:xfrm>
            <a:off x="514350" y="3535887"/>
            <a:ext cx="9715500" cy="55696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76809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04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latin typeface="Arial Black" panose="020B0A04020102020204" pitchFamily="34" charset="0"/>
              </a:rPr>
              <a:t>Your books, your order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49CE89B-DB2F-2B10-9682-1ACADD3A54CF}"/>
              </a:ext>
            </a:extLst>
          </p:cNvPr>
          <p:cNvSpPr/>
          <p:nvPr/>
        </p:nvSpPr>
        <p:spPr>
          <a:xfrm>
            <a:off x="294205" y="304733"/>
            <a:ext cx="5020745" cy="2579204"/>
          </a:xfrm>
          <a:custGeom>
            <a:avLst/>
            <a:gdLst>
              <a:gd name="connsiteX0" fmla="*/ 382070 w 5020745"/>
              <a:gd name="connsiteY0" fmla="*/ 828742 h 2579204"/>
              <a:gd name="connsiteX1" fmla="*/ 1070 w 5020745"/>
              <a:gd name="connsiteY1" fmla="*/ 1495492 h 2579204"/>
              <a:gd name="connsiteX2" fmla="*/ 486845 w 5020745"/>
              <a:gd name="connsiteY2" fmla="*/ 2552767 h 2579204"/>
              <a:gd name="connsiteX3" fmla="*/ 2801420 w 5020745"/>
              <a:gd name="connsiteY3" fmla="*/ 2276542 h 2579204"/>
              <a:gd name="connsiteX4" fmla="*/ 4315895 w 5020745"/>
              <a:gd name="connsiteY4" fmla="*/ 2467042 h 2579204"/>
              <a:gd name="connsiteX5" fmla="*/ 4306370 w 5020745"/>
              <a:gd name="connsiteY5" fmla="*/ 1362142 h 2579204"/>
              <a:gd name="connsiteX6" fmla="*/ 2191820 w 5020745"/>
              <a:gd name="connsiteY6" fmla="*/ 438217 h 2579204"/>
              <a:gd name="connsiteX7" fmla="*/ 334445 w 5020745"/>
              <a:gd name="connsiteY7" fmla="*/ 857317 h 2579204"/>
              <a:gd name="connsiteX8" fmla="*/ 1534595 w 5020745"/>
              <a:gd name="connsiteY8" fmla="*/ 57217 h 2579204"/>
              <a:gd name="connsiteX9" fmla="*/ 3325295 w 5020745"/>
              <a:gd name="connsiteY9" fmla="*/ 181042 h 2579204"/>
              <a:gd name="connsiteX10" fmla="*/ 5020745 w 5020745"/>
              <a:gd name="connsiteY10" fmla="*/ 1114492 h 2579204"/>
              <a:gd name="connsiteX11" fmla="*/ 5020745 w 5020745"/>
              <a:gd name="connsiteY11" fmla="*/ 1114492 h 2579204"/>
              <a:gd name="connsiteX12" fmla="*/ 5020745 w 5020745"/>
              <a:gd name="connsiteY12" fmla="*/ 1114492 h 2579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20745" h="2579204">
                <a:moveTo>
                  <a:pt x="382070" y="828742"/>
                </a:moveTo>
                <a:cubicBezTo>
                  <a:pt x="182838" y="1018448"/>
                  <a:pt x="-16393" y="1208154"/>
                  <a:pt x="1070" y="1495492"/>
                </a:cubicBezTo>
                <a:cubicBezTo>
                  <a:pt x="18533" y="1782830"/>
                  <a:pt x="20120" y="2422592"/>
                  <a:pt x="486845" y="2552767"/>
                </a:cubicBezTo>
                <a:cubicBezTo>
                  <a:pt x="953570" y="2682942"/>
                  <a:pt x="2163245" y="2290829"/>
                  <a:pt x="2801420" y="2276542"/>
                </a:cubicBezTo>
                <a:cubicBezTo>
                  <a:pt x="3439595" y="2262255"/>
                  <a:pt x="4065070" y="2619442"/>
                  <a:pt x="4315895" y="2467042"/>
                </a:cubicBezTo>
                <a:cubicBezTo>
                  <a:pt x="4566720" y="2314642"/>
                  <a:pt x="4660382" y="1700279"/>
                  <a:pt x="4306370" y="1362142"/>
                </a:cubicBezTo>
                <a:cubicBezTo>
                  <a:pt x="3952358" y="1024005"/>
                  <a:pt x="2853807" y="522354"/>
                  <a:pt x="2191820" y="438217"/>
                </a:cubicBezTo>
                <a:cubicBezTo>
                  <a:pt x="1529833" y="354080"/>
                  <a:pt x="443983" y="920817"/>
                  <a:pt x="334445" y="857317"/>
                </a:cubicBezTo>
                <a:cubicBezTo>
                  <a:pt x="224907" y="793817"/>
                  <a:pt x="1036120" y="169930"/>
                  <a:pt x="1534595" y="57217"/>
                </a:cubicBezTo>
                <a:cubicBezTo>
                  <a:pt x="2033070" y="-55496"/>
                  <a:pt x="2744270" y="4830"/>
                  <a:pt x="3325295" y="181042"/>
                </a:cubicBezTo>
                <a:cubicBezTo>
                  <a:pt x="3906320" y="357254"/>
                  <a:pt x="5020745" y="1114492"/>
                  <a:pt x="5020745" y="1114492"/>
                </a:cubicBezTo>
                <a:lnTo>
                  <a:pt x="5020745" y="1114492"/>
                </a:lnTo>
                <a:lnTo>
                  <a:pt x="5020745" y="1114492"/>
                </a:lnTo>
              </a:path>
            </a:pathLst>
          </a:custGeom>
          <a:noFill/>
          <a:ln w="152400" cap="rnd">
            <a:solidFill>
              <a:srgbClr val="BCA03A"/>
            </a:solidFill>
            <a:prstDash val="sysDash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4960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68</TotalTime>
  <Words>26</Words>
  <Application>Microsoft Office PowerPoint</Application>
  <PresentationFormat>Custom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Arial Black</vt:lpstr>
      <vt:lpstr>Calibri</vt:lpstr>
      <vt:lpstr>Calibri Light</vt:lpstr>
      <vt:lpstr>Impact</vt:lpstr>
      <vt:lpstr>Office Theme</vt:lpstr>
      <vt:lpstr>Wrangler™</vt:lpstr>
      <vt:lpstr>Wrangler™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 Lewis</dc:creator>
  <cp:lastModifiedBy>Ron Lewis</cp:lastModifiedBy>
  <cp:revision>1</cp:revision>
  <dcterms:created xsi:type="dcterms:W3CDTF">2025-11-18T01:53:50Z</dcterms:created>
  <dcterms:modified xsi:type="dcterms:W3CDTF">2025-11-18T03:02:20Z</dcterms:modified>
</cp:coreProperties>
</file>